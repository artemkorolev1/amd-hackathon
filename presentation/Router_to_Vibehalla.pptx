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to Vibehalla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474720" y="2377440"/>
            <a:ext cx="21945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ACT II Hackathon  -  Track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Raiders of Vibehalla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566160" cy="14630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Task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pipeline must handle many kinds of prompts - from simple lookups to complex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566160" cy="14630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Resources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time budget and container constraints demand efficient execution at every stage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3566160" cy="14630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Room for Error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must be processed correctly to pass the accuracy gate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291840"/>
            <a:ext cx="3566160" cy="14630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9184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7492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Inputs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knowledge of task content - the system must adapt at runtime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1371600" cy="10058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202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array from harness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1920240"/>
            <a:ext cx="1371600" cy="10058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192024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task structure and content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86200" y="1920240"/>
            <a:ext cx="1371600" cy="10058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86200" y="192024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to best handling path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5780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0" y="1920240"/>
            <a:ext cx="1371600" cy="10058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92024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accurate response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86600" y="1920240"/>
            <a:ext cx="1371600" cy="100584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86600" y="1920240"/>
            <a:ext cx="1371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results to disk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pipeline processes each task from end to end, with analysis guiding routing decisions and response generation.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2377440" cy="292608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63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examined to understand its structure and requirements. The system looks for patterns and signals in the input text.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377440" cy="292608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737360"/>
            <a:ext cx="5486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288036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063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analysis, the task is directed to the most appropriate handling path. This ensures each task gets the right treatment.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288036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063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handler generates a precise response. Results are collected and written to the output in the required format.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680960" cy="79248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08760"/>
            <a:ext cx="411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6309360" cy="198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handling across all task types. The system is designed to produce correct results every time, with graceful fallbacks.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92680"/>
            <a:ext cx="7680960" cy="79248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529840"/>
            <a:ext cx="411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29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529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849880"/>
            <a:ext cx="6309360" cy="198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throughput within resource constraints. Every component is tuned to deliver results quickly without waste.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13760"/>
            <a:ext cx="7680960" cy="79248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3550920"/>
            <a:ext cx="411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50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550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870960"/>
            <a:ext cx="6309360" cy="198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decisions based on task characteristics. No hardcoded assumptions - the system adapts to what it receives.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463040"/>
            <a:ext cx="6400800" cy="2286000"/>
          </a:xfrm>
          <a:prstGeom prst="rect">
            <a:avLst/>
          </a:prstGeom>
          <a:solidFill>
            <a:srgbClr val="1E184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0" y="1737360"/>
            <a:ext cx="5486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Against the ACT II Harness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468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was validated against the official evaluation harness, processing a benchmark of diverse tasks end-to-end.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demonstrate reliable handling across all task categories within the time and resource constraints of the competition.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4023360"/>
            <a:ext cx="2011680" cy="731520"/>
          </a:xfrm>
          <a:prstGeom prst="rect">
            <a:avLst/>
          </a:prstGeom>
          <a:solidFill>
            <a:srgbClr val="1E1847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4023360"/>
            <a:ext cx="2011680" cy="731520"/>
          </a:xfrm>
          <a:prstGeom prst="rect">
            <a:avLst/>
          </a:prstGeom>
          <a:solidFill>
            <a:srgbClr val="1E184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4023360"/>
            <a:ext cx="2011680" cy="731520"/>
          </a:xfrm>
          <a:prstGeom prst="rect">
            <a:avLst/>
          </a:prstGeom>
          <a:solidFill>
            <a:srgbClr val="1E184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7C3AED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Raiders of Vibehalla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0" y="21488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 ACT 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consideration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Router to Vibehalla - AMD ACT II</dc:title>
  <dc:subject>PptxGenJS Presentation</dc:subject>
  <dc:creator>Raiders of Vibehalla</dc:creator>
  <cp:lastModifiedBy>Raiders of Vibehalla</cp:lastModifiedBy>
  <cp:revision>1</cp:revision>
  <dcterms:created xsi:type="dcterms:W3CDTF">2026-07-09T13:26:16Z</dcterms:created>
  <dcterms:modified xsi:type="dcterms:W3CDTF">2026-07-09T13:26:16Z</dcterms:modified>
</cp:coreProperties>
</file>